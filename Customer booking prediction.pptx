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6"/>
    <p:restoredTop sz="94698"/>
  </p:normalViewPr>
  <p:slideViewPr>
    <p:cSldViewPr snapToGrid="0" snapToObjects="1">
      <p:cViewPr varScale="1">
        <p:scale>
          <a:sx n="75" d="100"/>
          <a:sy n="75" d="100"/>
        </p:scale>
        <p:origin x="1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1D52-14F4-B946-B0E2-5DFEF4544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12A15-5B87-6542-A590-0E1E0C389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28062-E73F-2145-98C6-F1F69ACF9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1E8D5-0E4E-4144-9330-180505CD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8DC0E-9DF1-9C47-863C-2494C449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0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3F192-42DB-F94E-9D1F-71386853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C5A8D-DF67-7F49-AF4D-70DCE4968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A456-7AD2-214C-B9CE-9A49BA4E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0D725-6F72-6648-A933-B5BD6E35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4884A-9A06-9D47-9CBF-EFE768C6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0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FC51-B27A-D045-9EE0-BA2F9DBC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9DF67-9052-F042-9088-279D8A876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5E63D-22BD-2E43-8F94-135283614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6A21F-0D19-884D-A458-CDF026DD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C7128-4F72-904B-BA10-4D7E49B9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5904-F8B4-1542-9E5B-9D9A7ECE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D7A3C-118A-9B45-9185-8F64B8940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84431-0332-9E42-8F87-718F0C2C8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F3394-042F-3F44-B67D-D27F3243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180F4-6D92-F44A-B25A-ABF0B812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1DB0-7493-B542-B62A-269A372E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BA8F-B580-3447-AF4A-833165A0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F2A0F-07B2-874C-ACCE-67A613DE5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FFAD0-EA88-0346-8A65-2113929C3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94B5A-DAB0-DA44-A8A2-EACB7FE7C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F16E3-1ABD-6048-886A-413075660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EBBB7F-B57A-A34D-9611-0EC9AD35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4EA4F1-B519-A646-B346-EAB4DD4B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7EF9C-FEE5-3F41-B260-44823583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8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CB03-F9B6-4C45-A4B1-C9A953E2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CFFC9C-1AA3-5447-9AB4-AA2FE97A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34F34-B038-8741-994B-B6FBDCAA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9F159-5FA2-E240-AC2B-6BD8A994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1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A596B-676F-C24F-A004-8F9A336F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2CC64-A1FD-0747-9AE1-77BE751C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0630F-DCB7-1D4D-BCC1-DCC535C6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4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F4BF-7146-3344-B092-24C8F144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D2E3-F481-BF4E-8883-F6CE5631C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A2E09-F71C-4B42-A22B-F09D33103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1F025-43F0-E94A-8A23-F6860480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5B2DB-2841-CB45-84AB-B55FC0CE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6B070-CA22-4D49-BADD-699B2A35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5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372B-5840-6B4A-BFFD-8D2FB3F6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02A8A-18FA-B74B-B25A-AB87E41A26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0E95-1FCF-FA40-833C-6A5A1D4F2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C28F4-5464-8A46-BB49-17877BA3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FDD3-3C61-E445-BDE6-54B24511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E2B97-28B2-3C47-B113-CB8AA560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0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5DED-07C1-3C47-90D0-1723B69E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F450D-CCC7-C843-B664-0AD09206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1BE25-A6C0-0B43-AB94-9FBAF2D3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C2A5-407C-4346-B033-08D8C920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D7EBA-AAAF-6B4E-91DA-986993AA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5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BD3C1-D7AA-404F-852F-8692909A3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BC81-9FFF-904D-AE2A-049C3846A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49F61-686A-ED44-A29C-DA63049B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19C92-97D2-E645-BF95-FAEA588E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66C3-771B-4D44-AB8C-58513FCC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0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F4BA3-4256-2341-B1D8-81C4F6A2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7BB98-D1D5-7340-A994-67BF2D021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D27D1-25CF-4641-95BE-B7533060D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B1C73-BD96-A441-99F5-D6C4DD226BC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1653-58CF-8B4E-ACDF-782C83351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BCFA3-9953-9C48-B803-444A01A6C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F59E3-C321-B548-B381-45D1A68A9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20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B4EA48-D8BC-4341-BAF2-85FBBC97A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Autofit/>
          </a:bodyPr>
          <a:lstStyle/>
          <a:p>
            <a:r>
              <a:rPr lang="en-US" sz="6000" u="sng" dirty="0">
                <a:solidFill>
                  <a:schemeClr val="bg1"/>
                </a:solidFill>
              </a:rPr>
              <a:t>Customer Booking Prediction Model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42A20-5920-3E42-AAD0-E5564B61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0" y="0"/>
            <a:ext cx="12164260" cy="360203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4EDA83E-093C-6043-B32B-B53B43A42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66491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DDFA-6023-704D-9311-53E8F86E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759" y="298218"/>
            <a:ext cx="4995747" cy="66078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n-lt"/>
              </a:rPr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73C1-D39E-C04D-83C2-0E6F51E89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48" y="1084916"/>
            <a:ext cx="3443868" cy="2985446"/>
          </a:xfrm>
        </p:spPr>
        <p:txBody>
          <a:bodyPr>
            <a:normAutofit lnSpcReduction="10000"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Dataset: Airline customer booking data (~50k rows)</a:t>
            </a:r>
          </a:p>
          <a:p>
            <a:r>
              <a:rPr lang="en-IN" sz="2000" dirty="0">
                <a:solidFill>
                  <a:schemeClr val="bg1"/>
                </a:solidFill>
              </a:rPr>
              <a:t>Target variable: </a:t>
            </a:r>
            <a:r>
              <a:rPr lang="en-IN" sz="2000" dirty="0" err="1">
                <a:solidFill>
                  <a:schemeClr val="bg1"/>
                </a:solidFill>
              </a:rPr>
              <a:t>booking_complete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IN" sz="2000">
                <a:solidFill>
                  <a:schemeClr val="bg1"/>
                </a:solidFill>
              </a:rPr>
              <a:t>    (</a:t>
            </a:r>
            <a:r>
              <a:rPr lang="en-IN" sz="2000" dirty="0">
                <a:solidFill>
                  <a:schemeClr val="bg1"/>
                </a:solidFill>
              </a:rPr>
              <a:t>1 = booking, 0 = no booking)</a:t>
            </a:r>
          </a:p>
          <a:p>
            <a:r>
              <a:rPr lang="en-IN" sz="2000" dirty="0">
                <a:solidFill>
                  <a:schemeClr val="bg1"/>
                </a:solidFill>
              </a:rPr>
              <a:t>Model: Random Forest with </a:t>
            </a:r>
            <a:r>
              <a:rPr lang="en-IN" sz="2000" dirty="0" err="1">
                <a:solidFill>
                  <a:schemeClr val="bg1"/>
                </a:solidFill>
              </a:rPr>
              <a:t>OneHotEncoding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Validation: 5-fold stratified cross-validation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B1957-7FE4-2D46-A663-9A34EEB3E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242" y="1084916"/>
            <a:ext cx="7249087" cy="505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C59E31-F55A-004C-A7F3-61717F34B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48" y="4384197"/>
            <a:ext cx="4698380" cy="146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2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44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Author</dc:creator>
  <cp:lastModifiedBy>Author</cp:lastModifiedBy>
  <cp:revision>1</cp:revision>
  <dcterms:created xsi:type="dcterms:W3CDTF">2026-02-17T00:39:27Z</dcterms:created>
  <dcterms:modified xsi:type="dcterms:W3CDTF">2026-02-17T00:55:49Z</dcterms:modified>
</cp:coreProperties>
</file>